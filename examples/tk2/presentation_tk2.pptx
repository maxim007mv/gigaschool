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отличие от классификаторов (диагностика, распознавание), генеративные модели создают новое.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рост интереса и возможностей за последние 10 лет.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Обратить внимание: модель не «понимает», а «воспроизводит» статистические закономерности.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Примеры: подготовка материалов, визуализация сложных понятий.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Важно: ИИ — инструмент, а не замена учителя.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Демонстрация интерфейсов (по возможности).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Показать процесс работы с российским сервисом.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Раздать чек-лист для педагогов.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Время на самостоятельную работу — 10 минут.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Генеративные нейросети: что это?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Генеративная нейросеть — это модель ИИ, способная создавать новый контент: текст, изображения, аудио, код и др.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Краткая история и актуальность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Первые идеи генеративных моделей — 1980-е (нейросетевые автокодировщики).</a:t>
            </a:r>
          </a:p>
          <a:p>
            <a:r>
              <a:t>2014: генеративные состязательные сети (GAN).</a:t>
            </a:r>
          </a:p>
          <a:p>
            <a:r>
              <a:t>2017: трансформеры (Transformer), появление GPT.</a:t>
            </a:r>
          </a:p>
          <a:p>
            <a:r>
              <a:t>Сегодня генеративный ИИ — один из ключевых трендов в образовании и бизнесе.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Как работают генеративные модели?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Обучение на больших наборах данных.</a:t>
            </a:r>
          </a:p>
          <a:p>
            <a:r>
              <a:t>Модели улавливают закономерности и стили.</a:t>
            </a:r>
          </a:p>
          <a:p>
            <a:r>
              <a:t>Генерация нового контента по запросу (prompt).</a:t>
            </a:r>
          </a:p>
          <a:p>
            <a:r>
              <a:t>Примеры архитектур: GPT (трансформеры), диффузионные модели (Stable Diffusion).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Возможности генеративных нейросетей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Создание текстов (сочинения, сценарии, конспекты).</a:t>
            </a:r>
          </a:p>
          <a:p>
            <a:r>
              <a:t>Генерация изображений, иллюстраций, презентаций.</a:t>
            </a:r>
          </a:p>
          <a:p>
            <a:r>
              <a:t>Помощь в программировании (генерация кода).</a:t>
            </a:r>
          </a:p>
          <a:p>
            <a:r>
              <a:t>Поддержка персонализации обучения.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Ограничения и риски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Ошибки и галлюцинации (неверные факты).</a:t>
            </a:r>
          </a:p>
          <a:p>
            <a:r>
              <a:t>Этические проблемы (авторское право, предвзятость).</a:t>
            </a:r>
          </a:p>
          <a:p>
            <a:r>
              <a:t>Зависимость от качества обучающих данных.</a:t>
            </a:r>
          </a:p>
          <a:p>
            <a:r>
              <a:t>Необходимость проверки и редактирования результата.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Российские нейросетевые сервисы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Яндекс GigaChat — текстовая генерация, помощь в подготовке уроков.</a:t>
            </a:r>
          </a:p>
          <a:p>
            <a:r>
              <a:t>Сбер: Kandinsky (генерация изображений), GigaChat (образовательные сценарии).</a:t>
            </a:r>
          </a:p>
          <a:p>
            <a:r>
              <a:t>RuGPT-3 (SberDevices) — генерация текстов на русском языке.</a:t>
            </a:r>
          </a:p>
          <a:p>
            <a:r>
              <a:t>DeepPavlov — инструменты для чат-ботов и анализа текста.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Демонстрация: практический пример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Генерация конспекта урока по теме.</a:t>
            </a:r>
          </a:p>
          <a:p>
            <a:r>
              <a:t>Создание иллюстрации к презентации.</a:t>
            </a:r>
          </a:p>
          <a:p>
            <a:r>
              <a:t>Составление тестовых заданий на русском языке.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Безопасное использование ИИ в образовании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Защита персональных данных (не вводить ФИО, адреса).</a:t>
            </a:r>
          </a:p>
          <a:p>
            <a:r>
              <a:t>Проверка фактов и редактирование ИИ-контента.</a:t>
            </a:r>
          </a:p>
          <a:p>
            <a:r>
              <a:t>Соблюдение авторских прав (указывать источники).</a:t>
            </a:r>
          </a:p>
          <a:p>
            <a:r>
              <a:t>Обсуждение с детьми: ИИ — помощник, а не истина в последней инстанции.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Практика и самопроверка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Попробуйте сгенерировать короткую инструкцию для урока с помощью российского ИИ.</a:t>
            </a:r>
          </a:p>
          <a:p>
            <a:r>
              <a:t>Оцените результат: где ИИ помог, а где потребовалась правка?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