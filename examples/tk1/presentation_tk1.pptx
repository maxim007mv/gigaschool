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Сгенерируйте слайды навыком S13 (GigaChat) перед выгрузкой.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Первые шаги в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[Слайды не сформированы моделью]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