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рассказать о сферах применения Python. Показать, что язык подходит для новичков и профессионалов.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выглядит первая программа и как её запустить.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Объяснить, как объявлять переменные и какие типы данных бывают.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на примере, как программа взаимодействует с пользователем.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Объяснить, как управлять потоком выполнения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 простые задачи на if-else.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повторять действия в программе.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рассказать о списках и их методах.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Объяснить, как писать и вызывать функции.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Дать задания для закрепления материала.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 чём этот курс?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 — простой и мощный язык программирования</a:t>
            </a:r>
          </a:p>
          <a:p>
            <a:r>
              <a:t>Используется в науке, веб-разработке, анализе данных, автоматизации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Установка Python и первая программа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Скачиваем Python с официального сайта python.org</a:t>
            </a:r>
          </a:p>
          <a:p>
            <a:r>
              <a:t>Устанавливаем, выбирая опцию 'Add Python to PATH'</a:t>
            </a:r>
          </a:p>
          <a:p>
            <a:r>
              <a:t>Пишем первую программу: print('Hello, World!')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Переменные и базовые типы данных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Переменная — именованное место для хранения данных</a:t>
            </a:r>
          </a:p>
          <a:p>
            <a:r>
              <a:t>Основные типы: int, float, str, bool</a:t>
            </a:r>
          </a:p>
          <a:p>
            <a:r>
              <a:t>Примеры: x = 10, y = 3.14, name = 'Python', is_active =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Ввод и вывод данных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Вывод: print('Текст')</a:t>
            </a:r>
          </a:p>
          <a:p>
            <a:r>
              <a:t>Ввод: name = input('Введите имя: ')</a:t>
            </a:r>
          </a:p>
          <a:p>
            <a:r>
              <a:t>Пример: print('Привет,', name)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Условные операторы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if — if условие:</a:t>
            </a:r>
          </a:p>
          <a:p>
            <a:r>
              <a:t>else — else:</a:t>
            </a:r>
          </a:p>
          <a:p>
            <a:r>
              <a:t>elif — elif условие:</a:t>
            </a:r>
          </a:p>
          <a:p>
            <a:r>
              <a:t>Пример: if x &gt; 0: print('Положительное')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Примеры с ветвлением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Проверка возраста: if age &gt;= 18: print('Взрослый')</a:t>
            </a:r>
          </a:p>
          <a:p>
            <a:r>
              <a:t>Проверка на чётность: if x % 2 == 0: print('Чётное')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Циклы: for и while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 i in range(5): print(i)</a:t>
            </a:r>
          </a:p>
          <a:p>
            <a:r>
              <a:t>while x &lt; 10: print(x); x +=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Списки и работа с ними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Список — упорядоченная коллекция данных</a:t>
            </a:r>
          </a:p>
          <a:p>
            <a:r>
              <a:t>Методы: append(), remove(), len(), for item in items: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Функции: создание и использование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 имя_функции(параметры):</a:t>
            </a:r>
          </a:p>
          <a:p>
            <a:r>
              <a:t>return результат</a:t>
            </a:r>
          </a:p>
          <a:p>
            <a:r>
              <a:t>Пример: def greet(name): return 'Привет,' + name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и самопроверка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Написать программу: ввод числа, проверка на чётность, вывод результата</a:t>
            </a:r>
          </a:p>
          <a:p>
            <a:r>
              <a:t>Создать функцию для приветствия пользователя</a:t>
            </a:r>
          </a:p>
          <a:p>
            <a:r>
              <a:t>Использовать цикл для вывода чисел от 1 до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